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ÉCRAN NOIR AVANT DE COMMENCER : touche B.</a:t>
            </a:r>
          </a:p>
          <a:p>
            <a:r>
              <a:rPr sz="1400"/>
              <a:t>Le noir est ton état par défaut. Une image ne reste jamais affichée pendant qu'on joue — tu la montres, tu laisses 10 secondes, tu reprends le noir. Sinon les joueurs regardent l'écran au lieu de se parler.</a:t>
            </a:r>
          </a:p>
          <a:p/>
          <a:p>
            <a:r>
              <a:rPr sz="1400"/>
              <a:t>♪ MUSIQUE : playlist de 30 pistes dans l'ordre, sur ton téléphone ou un second onglet. Tu lances toujours 2 à 4 secondes AVANT de parler, volume assez bas pour qu'on parle normalement par-dessus.</a:t>
            </a:r>
          </a:p>
          <a:p>
            <a:r>
              <a:rPr sz="1400"/>
              <a:t>Trois pistes par scène, à enchaîner dans l'ordre : ~10 à 15 min de musique par scène, environ 2 h pour la séance.</a:t>
            </a:r>
          </a:p>
          <a:p>
            <a:r>
              <a:rPr sz="1400"/>
              <a:t>Deux moments sans musique du tout : la négociation avec les marmottes une fois entamée, et les 4 minutes de silence de l'acte III.</a:t>
            </a:r>
          </a:p>
          <a:p/>
          <a:p>
            <a:r>
              <a:rPr sz="1400"/>
              <a:t>Rappel de ton : personne ne dit jamais « on est dans une baleine ». Les habitants disent « on habite ici ».</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1. LES DERNIÈRES RÉSERVES ===</a:t>
            </a:r>
          </a:p>
          <a:p>
            <a:r>
              <a:rPr sz="1400"/>
              <a:t>QUAND : ACTE I — scène 1, dès l'ouverture.</a:t>
            </a:r>
          </a:p>
          <a:p/>
          <a:p>
            <a:r>
              <a:rPr sz="1400"/>
              <a:t>♪ MUSIQUE — 3 pistes, à enchaîner dans l'ordre :</a:t>
            </a:r>
          </a:p>
          <a:p>
            <a:r>
              <a:rPr sz="1400"/>
              <a:t>   1. Ambre — Nils Frahm — Felt  (~4:00) [à télécharger]</a:t>
            </a:r>
          </a:p>
          <a:p>
            <a:r>
              <a:rPr sz="1400"/>
              <a:t>   2. Subwoofer Lullaby — C418 — Minecraft  (~3:30) [à télécharger]</a:t>
            </a:r>
          </a:p>
          <a:p>
            <a:r>
              <a:rPr sz="1400"/>
              <a:t>   3. Only the Winds — Ólafur Arnalds  (~4:00) [à télécharger]</a:t>
            </a:r>
          </a:p>
          <a:p>
            <a:r>
              <a:rPr sz="1400"/>
              <a:t>   Départ : Avant ta première phrase. COUPE NET quand la femelle décolle.</a:t>
            </a:r>
          </a:p>
          <a:p/>
          <a:p>
            <a:r>
              <a:rPr sz="1400"/>
              <a:t>--- À LIRE ---</a:t>
            </a:r>
          </a:p>
          <a:p>
            <a:r>
              <a:rPr sz="1400"/>
              <a:t>Ça fait quatre mois. Quatre mois que les cristaux sont morts, quatre mois qu'il n'y a pas un souffle, quatre mois que le navire est exactement au même endroit du vide. Vous avez déposé Brime, Prune et Lyra à la dernière île habitée — c'était plus raisonnable.</a:t>
            </a:r>
          </a:p>
          <a:p>
            <a:r>
              <a:rPr sz="1400"/>
              <a:t>Il ne reste plus rien dans la cuisine. Rien. Vous avez fini le sel.</a:t>
            </a:r>
          </a:p>
          <a:p>
            <a:r>
              <a:rPr sz="1400"/>
              <a:t>Il reste deux moutons dans la cale. Un mâle et une femelle. Vous les gardiez pour les faire s'accoupler, parce que c'était la seule idée d'avenir que vous ayez eue depuis quatre mois.</a:t>
            </a:r>
          </a:p>
          <a:p>
            <a:r>
              <a:rPr sz="1400"/>
              <a:t>Et ce matin, quelqu'un a dit à voix haute qu'il faudrait peut-être en manger un.</a:t>
            </a:r>
          </a:p>
          <a:p/>
          <a:p>
            <a:r>
              <a:rPr sz="1400"/>
              <a:t>--- ENSUITE ---</a:t>
            </a:r>
          </a:p>
          <a:p>
            <a:r>
              <a:rPr sz="1400"/>
              <a:t>Laisse-les discuter cinq minutes. Ne mentionne jamais Bumbur.</a:t>
            </a:r>
          </a:p>
          <a:p/>
          <a:p>
            <a:r>
              <a:rPr sz="1400"/>
              <a:t>(Écran noir : touche B)</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2. LE MOUTON S'ENVOLE ===</a:t>
            </a:r>
          </a:p>
          <a:p>
            <a:r>
              <a:rPr sz="1400"/>
              <a:t>QUAND : ACTE I — scène 2.</a:t>
            </a:r>
          </a:p>
          <a:p/>
          <a:p>
            <a:r>
              <a:rPr sz="1400"/>
              <a:t>♪ MUSIQUE — 3 pistes, à enchaîner dans l'ordre :</a:t>
            </a:r>
          </a:p>
          <a:p>
            <a:r>
              <a:rPr sz="1400"/>
              <a:t>   1. Flight From the City — Jóhann Jóhannsson — Orphée  (~6:20) [à télécharger]</a:t>
            </a:r>
          </a:p>
          <a:p>
            <a:r>
              <a:rPr sz="1400"/>
              <a:t>   2. Nascence — Austin Wintory — Journey  (~2:30) [à télécharger]</a:t>
            </a:r>
          </a:p>
          <a:p>
            <a:r>
              <a:rPr sz="1400"/>
              <a:t>   3. Adventure — Disasterpeace — Fez  (~3:00) [à télécharger]</a:t>
            </a:r>
          </a:p>
          <a:p>
            <a:r>
              <a:rPr sz="1400"/>
              <a:t>   Départ : Sur « La femelle ne touche plus le sol. » Pas avant.</a:t>
            </a:r>
          </a:p>
          <a:p/>
          <a:p>
            <a:r>
              <a:rPr sz="1400"/>
              <a:t>--- À LIRE ---</a:t>
            </a:r>
          </a:p>
          <a:p>
            <a:r>
              <a:rPr sz="1400"/>
              <a:t>La femelle ne touche plus le sol. Dix centimètres. Elle a l'air contente. Elle vous regarde comme si vous alliez faire quelque chose.</a:t>
            </a:r>
          </a:p>
          <a:p>
            <a:r>
              <a:rPr sz="1400"/>
              <a:t>Le temps que quelqu'un monte chercher une corde, elle fait la taille d'un veau. Le temps de redescendre, elle a la taille d'une vache et elle vient de passer à travers une cloison — pas violemment. Juste en grandissant au travers.</a:t>
            </a:r>
          </a:p>
          <a:p>
            <a:r>
              <a:rPr sz="1400"/>
              <a:t>Et le bêlement descend. À chaque fois qu'elle ouvre la bouche, c'est plus grave que la fois d'avant.</a:t>
            </a:r>
          </a:p>
          <a:p>
            <a:r>
              <a:rPr sz="1400"/>
              <a:t>Le mâle, lui, ne bouge pas. Il la regarde.</a:t>
            </a:r>
          </a:p>
          <a:p/>
          <a:p>
            <a:r>
              <a:rPr sz="1400"/>
              <a:t>--- ENSUITE ---</a:t>
            </a:r>
          </a:p>
          <a:p>
            <a:r>
              <a:rPr sz="1400"/>
              <a:t>Enchaîne vite sur la scène 3. Ne laisse pas retomber.</a:t>
            </a:r>
          </a:p>
          <a:p/>
          <a:p>
            <a:r>
              <a:rPr sz="1400"/>
              <a:t>(Écran noir : touche B)</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3. LA BALEINE ASTRALE ===</a:t>
            </a:r>
          </a:p>
          <a:p>
            <a:r>
              <a:rPr sz="1400"/>
              <a:t>QUAND : ACTE I — scène 3, l'événement déclencheur.</a:t>
            </a:r>
          </a:p>
          <a:p/>
          <a:p>
            <a:r>
              <a:rPr sz="1400"/>
              <a:t>♪ MUSIQUE — 3 pistes, à enchaîner dans l'ordre :</a:t>
            </a:r>
          </a:p>
          <a:p>
            <a:r>
              <a:rPr sz="1400"/>
              <a:t>   1. An Ending (Ascent) — Brian Eno — Apollo  (~4:25) [à télécharger]</a:t>
            </a:r>
          </a:p>
          <a:p>
            <a:r>
              <a:rPr sz="1400"/>
              <a:t>   2. Cetus — Austin Wintory — Abzû  (~4:00) [à télécharger]</a:t>
            </a:r>
          </a:p>
          <a:p>
            <a:r>
              <a:rPr sz="1400"/>
              <a:t>   3. Travelers — Andrew Prahlow — Outer Wilds  (~3:00) [à télécharger]</a:t>
            </a:r>
          </a:p>
          <a:p>
            <a:r>
              <a:rPr sz="1400"/>
              <a:t>   Départ : Sur « Une ombre passe sous la coque. » LAISSE-LA FINIR dans le noir.</a:t>
            </a:r>
          </a:p>
          <a:p/>
          <a:p>
            <a:r>
              <a:rPr sz="1400"/>
              <a:t>--- À LIRE ---</a:t>
            </a:r>
          </a:p>
          <a:p>
            <a:r>
              <a:rPr sz="1400"/>
              <a:t>Une ombre passe sous la coque. Puis elle continue de passer. Pendant onze secondes.</a:t>
            </a:r>
          </a:p>
          <a:p>
            <a:r>
              <a:rPr sz="1400"/>
              <a:t>Il n'y a aucune agressivité là-dedans. Aucune. C'est le geste de quelqu'un qui ramasse un enfant tombé dans la rue — et vous êtes ce qu'il y avait autour.</a:t>
            </a:r>
          </a:p>
          <a:p>
            <a:r>
              <a:rPr sz="1400"/>
              <a:t>Noir. Un bruit de porte. Le silence.</a:t>
            </a:r>
          </a:p>
          <a:p>
            <a:r>
              <a:rPr sz="1400"/>
              <a:t>Puis, trente secondes plus tard, quelque part au-dessus de vous : une cloche. Deux coups. Et une voix, très loin, qui gueule « c'est l'heure ! »</a:t>
            </a:r>
          </a:p>
          <a:p/>
          <a:p>
            <a:r>
              <a:rPr sz="1400"/>
              <a:t>--- ENSUITE ---</a:t>
            </a:r>
          </a:p>
          <a:p>
            <a:r>
              <a:rPr sz="1400"/>
              <a:t>AUCUN JET. Aucune échappatoire. Puis écran noir, et pause de 3 secondes.</a:t>
            </a:r>
          </a:p>
          <a:p/>
          <a:p>
            <a:r>
              <a:rPr sz="1400"/>
              <a:t>(Écran noir : touche B)</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4. LA VILLE DANS LA BALEINE ===</a:t>
            </a:r>
          </a:p>
          <a:p>
            <a:r>
              <a:rPr sz="1400"/>
              <a:t>QUAND : ACTE II — 2A, l'arrivée. LA grande image de la soirée.</a:t>
            </a:r>
          </a:p>
          <a:p/>
          <a:p>
            <a:r>
              <a:rPr sz="1400"/>
              <a:t>♪ MUSIQUE — 3 pistes, à enchaîner dans l'ordre :</a:t>
            </a:r>
          </a:p>
          <a:p>
            <a:r>
              <a:rPr sz="1400"/>
              <a:t>   1. Says — Nils Frahm — Spaces  (~8:00) [à télécharger]</a:t>
            </a:r>
          </a:p>
          <a:p>
            <a:r>
              <a:rPr sz="1400"/>
              <a:t>   2. Dirtmouth — Christopher Larkin — Hollow Knight  (~2:30) [à télécharger]</a:t>
            </a:r>
          </a:p>
          <a:p>
            <a:r>
              <a:rPr sz="1400"/>
              <a:t>   3. Delphinus Delphis — Austin Wintory — Abzû  (~3:30) [à télécharger]</a:t>
            </a:r>
          </a:p>
          <a:p>
            <a:r>
              <a:rPr sz="1400"/>
              <a:t>   Départ : Juste avant « Vous vous attendiez à du noir. » Laisse respirer plus longtemps.</a:t>
            </a:r>
          </a:p>
          <a:p/>
          <a:p>
            <a:r>
              <a:rPr sz="1400"/>
              <a:t>--- À LIRE ---</a:t>
            </a:r>
          </a:p>
          <a:p>
            <a:r>
              <a:rPr sz="1400"/>
              <a:t>Vous vous attendiez à du noir, de l'acide, une odeur.</a:t>
            </a:r>
          </a:p>
          <a:p>
            <a:r>
              <a:rPr sz="1400"/>
              <a:t>Il y a du linge qui sèche.</a:t>
            </a:r>
          </a:p>
          <a:p>
            <a:r>
              <a:rPr sz="1400"/>
              <a:t>Une quarantaine de bateaux amarrés les uns aux autres, des passerelles entre les mâts, des enseignes peintes, des gens qui portent des caisses. Quelqu'un râle sur le prix de quelque chose. Il fait tiède.</a:t>
            </a:r>
          </a:p>
          <a:p>
            <a:r>
              <a:rPr sz="1400"/>
              <a:t>Un bernard-l'ermite de la taille d'un homme, calé dans une coquille scellée au pont, vous regarde arriver avec exactement l'expression de quelqu'un qui voit une voiture se garer sur sa place.</a:t>
            </a:r>
          </a:p>
          <a:p/>
          <a:p>
            <a:r>
              <a:rPr sz="1400"/>
              <a:t>--- ENSUITE ---</a:t>
            </a:r>
          </a:p>
          <a:p>
            <a:r>
              <a:rPr sz="1400"/>
              <a:t>Laisse celle-ci affichée plus longtemps. Pose le marqueur sur la zone 6.</a:t>
            </a:r>
          </a:p>
          <a:p/>
          <a:p>
            <a:r>
              <a:rPr sz="1400"/>
              <a:t>(Écran noir : touche B)</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5. À LA BONNE ÉTOILE ===</a:t>
            </a:r>
          </a:p>
          <a:p>
            <a:r>
              <a:rPr sz="1400"/>
              <a:t>QUAND : ACTE II — 2B, les retrouvailles avec Bumbur.</a:t>
            </a:r>
          </a:p>
          <a:p/>
          <a:p>
            <a:r>
              <a:rPr sz="1400"/>
              <a:t>♪ MUSIQUE — 3 pistes, à enchaîner dans l'ordre :</a:t>
            </a:r>
          </a:p>
          <a:p>
            <a:r>
              <a:rPr sz="1400"/>
              <a:t>   1. Days to Come — Bonobo  (~4:00) [à télécharger]</a:t>
            </a:r>
          </a:p>
          <a:p>
            <a:r>
              <a:rPr sz="1400"/>
              <a:t>   2. Spiritfarer (Main Theme) — Max LL — Spiritfarer  (~3:00) [à télécharger]</a:t>
            </a:r>
          </a:p>
          <a:p>
            <a:r>
              <a:rPr sz="1400"/>
              <a:t>   3. Whirling-In-Rags, 8 AM — British Sea Power — Disco Elysium  (~4:00) [à télécharger]</a:t>
            </a:r>
          </a:p>
          <a:p>
            <a:r>
              <a:rPr sz="1400"/>
              <a:t>   Départ : Dès le quartier commerçant. BAISSE DE MOITIÉ quand Bumbur fait son signe.</a:t>
            </a:r>
          </a:p>
          <a:p/>
          <a:p>
            <a:r>
              <a:rPr sz="1400"/>
              <a:t>--- À LIRE ---</a:t>
            </a:r>
          </a:p>
          <a:p>
            <a:r>
              <a:rPr sz="1400"/>
              <a:t>L'enseigne dit À LA BONNE ÉTOILE, avec une étoile peinte à côté.</a:t>
            </a:r>
          </a:p>
          <a:p>
            <a:r>
              <a:rPr sz="1400"/>
              <a:t>La salle est pleine. Il fait chaud, ça sent le beurre. Un poulpe en gilet place les clients — sept bras, pas huit. Un autre verse le vin. Un troisième débarrasse. Il n'y a que des poulpes.</a:t>
            </a:r>
          </a:p>
          <a:p>
            <a:r>
              <a:rPr sz="1400"/>
              <a:t>Et au fond, derrière le passe, penché sur une casserole, un halfelin rondouillard vous voit, s'arrête net — et vous fait un grand signe de la main. Un vrai. Il a l'air sincèrement, complètement heureux.</a:t>
            </a:r>
          </a:p>
          <a:p>
            <a:r>
              <a:rPr sz="1400"/>
              <a:t>Puis il crie « deux mâts, une soupe ! » et il retourne à ses casseroles.</a:t>
            </a:r>
          </a:p>
          <a:p/>
          <a:p>
            <a:r>
              <a:rPr sz="1400"/>
              <a:t>--- ENSUITE ---</a:t>
            </a:r>
          </a:p>
          <a:p>
            <a:r>
              <a:rPr sz="1400"/>
              <a:t>Distribue le menu imprimé MAINTENANT.</a:t>
            </a:r>
          </a:p>
          <a:p>
            <a:r>
              <a:rPr sz="1400"/>
              <a:t>Il les nourrit avant toute conversation, sans réaliser que c'est un événement.</a:t>
            </a:r>
          </a:p>
          <a:p>
            <a:r>
              <a:rPr sz="1400"/>
              <a:t>Personne dans ce quartier n'a jamais vu d'étoile — ils ne comprennent pas le nom.</a:t>
            </a:r>
          </a:p>
          <a:p/>
          <a:p>
            <a:r>
              <a:rPr sz="1400"/>
              <a:t>(Écran noir : touche B)</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6. LA CENTRALE DES MARMOTTES ===</a:t>
            </a:r>
          </a:p>
          <a:p>
            <a:r>
              <a:rPr sz="1400"/>
              <a:t>QUAND : ACTE II — 2C.</a:t>
            </a:r>
          </a:p>
          <a:p/>
          <a:p>
            <a:r>
              <a:rPr sz="1400"/>
              <a:t>♪ MUSIQUE — 3 pistes, à enchaîner dans l'ordre :</a:t>
            </a:r>
          </a:p>
          <a:p>
            <a:r>
              <a:rPr sz="1400"/>
              <a:t>   1. The Cause of Labour… — Jóhann Jóhannsson — The Miners' Hymns  (~6:00) [à télécharger]</a:t>
            </a:r>
          </a:p>
          <a:p>
            <a:r>
              <a:rPr sz="1400"/>
              <a:t>   2. The City Must Survive — Piotr Musiał — Frostpunk  (~4:00) [à télécharger]</a:t>
            </a:r>
          </a:p>
          <a:p>
            <a:r>
              <a:rPr sz="1400"/>
              <a:t>   3. They Being Dead Yet Speaketh — Jóhann Jóhannsson  (~5:00) [à télécharger]</a:t>
            </a:r>
          </a:p>
          <a:p>
            <a:r>
              <a:rPr sz="1400"/>
              <a:t>   Départ : En entrant dans la salle des roues. Coupe quand la négociation commence.</a:t>
            </a:r>
          </a:p>
          <a:p/>
          <a:p>
            <a:r>
              <a:rPr sz="1400"/>
              <a:t>--- À LIRE ---</a:t>
            </a:r>
          </a:p>
          <a:p>
            <a:r>
              <a:rPr sz="1400"/>
              <a:t>Une salle grande comme une cathédrale — une vraie, pas celle en os. Des centaines de roues sur trois niveaux, des courroies, des tableaux de report avec toutes les aiguilles à zéro.</a:t>
            </a:r>
          </a:p>
          <a:p>
            <a:r>
              <a:rPr sz="1400"/>
              <a:t>Et quatre cents marmottes assises par terre, en silence, qui vous regardent entrer.</a:t>
            </a:r>
          </a:p>
          <a:p/>
          <a:p>
            <a:r>
              <a:rPr sz="1400"/>
              <a:t>--- ENSUITE ---</a:t>
            </a:r>
          </a:p>
          <a:p>
            <a:r>
              <a:rPr sz="1400"/>
              <a:t>Motmot : « Le quartier s'est fait avant les cristaux. C'est le vieux système. »</a:t>
            </a:r>
          </a:p>
          <a:p>
            <a:r>
              <a:rPr sz="1400"/>
              <a:t>Sors le PRÉAVIS manuscrit. Elles ne savent ni lire ni écrire.</a:t>
            </a:r>
          </a:p>
          <a:p>
            <a:r>
              <a:rPr sz="1400"/>
              <a:t>Le contrat imprimé est l'accessoire le plus fort de la soirée — garde-le pour quand ils poussent.</a:t>
            </a:r>
          </a:p>
          <a:p/>
          <a:p>
            <a:r>
              <a:rPr sz="1400"/>
              <a:t>(Écran noir : touche B)</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7. LE VEAU QUI ÉCRASE LE QUARTIER ===</a:t>
            </a:r>
          </a:p>
          <a:p>
            <a:r>
              <a:rPr sz="1400"/>
              <a:t>QUAND : ACTE II — au 1er ou 2e palier de l'horloge, quand ça devient sérieux.</a:t>
            </a:r>
          </a:p>
          <a:p/>
          <a:p>
            <a:r>
              <a:rPr sz="1400"/>
              <a:t>♪ MUSIQUE — 3 pistes, à enchaîner dans l'ordre :</a:t>
            </a:r>
          </a:p>
          <a:p>
            <a:r>
              <a:rPr sz="1400"/>
              <a:t>   1. On the Nature of Daylight — Max Richter  (~6:10) [à télécharger]</a:t>
            </a:r>
          </a:p>
          <a:p>
            <a:r>
              <a:rPr sz="1400"/>
              <a:t>   2. Prologue ~ To the Ancient Land — Kow Otani — Shadow of the Colossus  (~4:00) [à télécharger]</a:t>
            </a:r>
          </a:p>
          <a:p>
            <a:r>
              <a:rPr sz="1400"/>
              <a:t>   3. The Sacrifice — Gareth Coker — Ori  (~3:00) [à télécharger]</a:t>
            </a:r>
          </a:p>
          <a:p>
            <a:r>
              <a:rPr sz="1400"/>
              <a:t>   Départ : Au moment où tu avances le marqueur d'une zone. Sans commentaire.</a:t>
            </a:r>
          </a:p>
          <a:p/>
          <a:p>
            <a:r>
              <a:rPr sz="1400"/>
              <a:t>--- À LIRE ---</a:t>
            </a:r>
          </a:p>
          <a:p>
            <a:r>
              <a:rPr sz="1400"/>
              <a:t>Il est trop grand pour la rue. Il ne fait rien de méchant : il respire, et à chaque fois qu'il respire une passerelle cède.</a:t>
            </a:r>
          </a:p>
          <a:p>
            <a:r>
              <a:rPr sz="1400"/>
              <a:t>Il a de la laine sur le dos et une oreille de mouton. Ses yeux ont commencé à migrer sur les côtés de sa tête et se sont arrêtés à mi-chemin.</a:t>
            </a:r>
          </a:p>
          <a:p>
            <a:r>
              <a:rPr sz="1400"/>
              <a:t>Il a peur. Et il grandit toujours.</a:t>
            </a:r>
          </a:p>
          <a:p/>
          <a:p>
            <a:r>
              <a:rPr sz="1400"/>
              <a:t>--- ENSUITE ---</a:t>
            </a:r>
          </a:p>
          <a:p>
            <a:r>
              <a:rPr sz="1400"/>
              <a:t>Avance le marqueur d'une zone à vue de tous, sans commenter.</a:t>
            </a:r>
          </a:p>
          <a:p>
            <a:r>
              <a:rPr sz="1400"/>
              <a:t>L'attaquer le fait grandir plus vite : +1 palier. Le calmer : −1.</a:t>
            </a:r>
          </a:p>
          <a:p/>
          <a:p>
            <a:r>
              <a:rPr sz="1400"/>
              <a:t>(Écran noir : touche B)</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8. L'ASSEMBLÉE GÉNÉRALE ===</a:t>
            </a:r>
          </a:p>
          <a:p>
            <a:r>
              <a:rPr sz="1400"/>
              <a:t>QUAND : ACTE II — quand la zone 5 tombe. LA scène centrale.</a:t>
            </a:r>
          </a:p>
          <a:p/>
          <a:p>
            <a:r>
              <a:rPr sz="1400"/>
              <a:t>♪ MUSIQUE — 3 pistes, à enchaîner dans l'ordre :</a:t>
            </a:r>
          </a:p>
          <a:p>
            <a:r>
              <a:rPr sz="1400"/>
              <a:t>   1. The Sun's Gone Dim… — Jóhann Jóhannsson — IBM 1401  (~5:00) [à télécharger]</a:t>
            </a:r>
          </a:p>
          <a:p>
            <a:r>
              <a:rPr sz="1400"/>
              <a:t>   2. Papers, Please (Theme) — Lucas Pope  (~2:30) [à télécharger]</a:t>
            </a:r>
          </a:p>
          <a:p>
            <a:r>
              <a:rPr sz="1400"/>
              <a:t>   3. Resting Grounds — Christopher Larkin — Hollow Knight  (~3:00) [à télécharger]</a:t>
            </a:r>
          </a:p>
          <a:p>
            <a:r>
              <a:rPr sz="1400"/>
              <a:t>   Départ : Quand Pagure annonce l'ordre du jour. COUPE BRUTALEMENT si un joueur nomme la cathédrale.</a:t>
            </a:r>
          </a:p>
          <a:p/>
          <a:p>
            <a:r>
              <a:rPr sz="1400"/>
              <a:t>--- À LIRE ---</a:t>
            </a:r>
          </a:p>
          <a:p>
            <a:r>
              <a:rPr sz="1400"/>
              <a:t>Tout le monde est là. Les propriétaires d'un côté, scellés au pont dans leurs coquilles, un bulletin dans les pinces. Les locataires de l'autre, onze mille sardines dans leurs sphères. Les marmottes debout au fond, qui n'ont pas le droit de vote.</a:t>
            </a:r>
          </a:p>
          <a:p>
            <a:r>
              <a:rPr sz="1400"/>
              <a:t>Et au-dessus de tout le monde, accrochés aux côtes : les harpons.</a:t>
            </a:r>
          </a:p>
          <a:p>
            <a:r>
              <a:rPr sz="1400"/>
              <a:t>MOTION 1 — abattage de la bête, selon la procédure de 1966.</a:t>
            </a:r>
          </a:p>
          <a:p>
            <a:r>
              <a:rPr sz="1400"/>
              <a:t>MOTION 2 — mise en cause des occupants du lot 14.</a:t>
            </a:r>
          </a:p>
          <a:p/>
          <a:p>
            <a:r>
              <a:rPr sz="1400"/>
              <a:t>--- ENSUITE ---</a:t>
            </a:r>
          </a:p>
          <a:p>
            <a:r>
              <a:rPr sz="1400"/>
              <a:t>DISTRIBUE LE BULLETIN DE VOTE aux joueurs — ils n'ont pas le droit de vote, ils sont l'objet de la motion 2. Les regarder comprendre, c'est la moitié de la scène.</a:t>
            </a:r>
          </a:p>
          <a:p>
            <a:r>
              <a:rPr sz="1400"/>
              <a:t>Pagure : « Il faut un responsable. Sinon personne ne lèvera la main. »</a:t>
            </a:r>
          </a:p>
          <a:p>
            <a:r>
              <a:rPr sz="1400"/>
              <a:t>Si un joueur nomme la cathédrale — « vous l'avez déjà fait, regardez où vous priez » — LA SALLE SE TAIT.</a:t>
            </a:r>
          </a:p>
          <a:p/>
          <a:p>
            <a:r>
              <a:rPr sz="1400"/>
              <a:t>(Écran noir : touche B)</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9. LE PREMIER CHANT ===</a:t>
            </a:r>
          </a:p>
          <a:p>
            <a:r>
              <a:rPr sz="1400"/>
              <a:t>QUAND : ACTE III — le climax. Après les 4 minutes de silence.</a:t>
            </a:r>
          </a:p>
          <a:p/>
          <a:p>
            <a:r>
              <a:rPr sz="1400"/>
              <a:t>♪ MUSIQUE — 3 pistes, à enchaîner dans l'ordre :</a:t>
            </a:r>
          </a:p>
          <a:p>
            <a:r>
              <a:rPr sz="1400"/>
              <a:t>   1. Apotheosis — Austin Wintory — Journey  (~3:40) [à télécharger]</a:t>
            </a:r>
          </a:p>
          <a:p>
            <a:r>
              <a:rPr sz="1400"/>
              <a:t>   2. Light of Nibel — Gareth Coker — Ori  (~4:00) [à télécharger]</a:t>
            </a:r>
          </a:p>
          <a:p>
            <a:r>
              <a:rPr sz="1400"/>
              <a:t>   3. BB's Theme — Ludvig Forssell — Death Stranding  (~4:00) [à télécharger]</a:t>
            </a:r>
          </a:p>
          <a:p>
            <a:r>
              <a:rPr sz="1400"/>
              <a:t>   Départ : ATTENTION : les 4 minutes de silence se jouent SANS musique. Lance quand la minuterie sonne.</a:t>
            </a:r>
          </a:p>
          <a:p/>
          <a:p>
            <a:r>
              <a:rPr sz="1400"/>
              <a:t>--- À LIRE ---</a:t>
            </a:r>
          </a:p>
          <a:p>
            <a:r>
              <a:rPr sz="1400"/>
              <a:t>MONTRE L'IMAGE, PUIS NE DIS PLUS RIEN.</a:t>
            </a:r>
          </a:p>
          <a:p>
            <a:r>
              <a:rPr sz="1400"/>
              <a:t>Minuterie sur 4:00. Plus personne ne parle — ni les joueurs, ni toi.</a:t>
            </a:r>
          </a:p>
          <a:p>
            <a:r>
              <a:rPr sz="1400"/>
              <a:t>Tu décris en écrivant sur un papier que tu fais passer.</a:t>
            </a:r>
          </a:p>
          <a:p/>
          <a:p>
            <a:r>
              <a:rPr sz="1400"/>
              <a:t>--- ENSUITE ---</a:t>
            </a:r>
          </a:p>
          <a:p>
            <a:r>
              <a:rPr sz="1400"/>
              <a:t>Pendant ces 4 minutes il faut décrocher QUARANTE coquilles : FOR DD 14, une action chacune. Les bernard-l'ermite ne peuvent pas le faire eux-mêmes.</a:t>
            </a:r>
          </a:p>
          <a:p>
            <a:r>
              <a:rPr sz="1400"/>
              <a:t>Ne coupe jamais cette séquence.</a:t>
            </a:r>
          </a:p>
          <a:p/>
          <a:p>
            <a:r>
              <a:rPr sz="1400"/>
              <a:t>(Écran noir : touche B)</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10. LES RETROUVAILLES ===</a:t>
            </a:r>
          </a:p>
          <a:p>
            <a:r>
              <a:rPr sz="1400"/>
              <a:t>QUAND : La toute fin. Après « Bon. » de Nine et les deux étoiles de l'inspecteur.</a:t>
            </a:r>
          </a:p>
          <a:p/>
          <a:p>
            <a:r>
              <a:rPr sz="1400"/>
              <a:t>♪ MUSIQUE — 3 pistes, à enchaîner dans l'ordre :</a:t>
            </a:r>
          </a:p>
          <a:p>
            <a:r>
              <a:rPr sz="1400"/>
              <a:t>   1. Near Light — Ólafur Arnalds — Living Room Songs  (~3:10) [à télécharger]</a:t>
            </a:r>
          </a:p>
          <a:p>
            <a:r>
              <a:rPr sz="1400"/>
              <a:t>   2. Sweden — C418 — Minecraft  (~3:30) [à télécharger]</a:t>
            </a:r>
          </a:p>
          <a:p>
            <a:r>
              <a:rPr sz="1400"/>
              <a:t>   3. Hateno Village — Manaka Kataoka — Breath of the Wild  (~3:00) [à télécharger]</a:t>
            </a:r>
          </a:p>
          <a:p>
            <a:r>
              <a:rPr sz="1400"/>
              <a:t>   Départ : Sur la dernière image. Laisse-la FINIR avant de poser la question à Bumbur.</a:t>
            </a:r>
          </a:p>
          <a:p/>
          <a:p>
            <a:r>
              <a:rPr sz="1400"/>
              <a:t>--- À LIRE ---</a:t>
            </a:r>
          </a:p>
          <a:p>
            <a:r>
              <a:rPr sz="1400"/>
              <a:t>Laisse l'image, ne parle pas par-dessus.</a:t>
            </a:r>
          </a:p>
          <a:p>
            <a:r>
              <a:rPr sz="1400"/>
              <a:t>Puis, en dernier, la question à Bumbur : est-ce qu'il vient, ou est-ce qu'il reste ?</a:t>
            </a:r>
          </a:p>
          <a:p/>
          <a:p>
            <a:r>
              <a:rPr sz="1400"/>
              <a:t>--- ENSUITE ---</a:t>
            </a:r>
          </a:p>
          <a:p>
            <a:r>
              <a:rPr sz="1400"/>
              <a:t>Ne réponds pas à sa place. Il faut qu'ils lui demandent, et que ça vaille le coup.</a:t>
            </a:r>
          </a:p>
          <a:p>
            <a:r>
              <a:rPr sz="1400"/>
              <a:t>Et les sept poulpes : personne n'a pensé à leur demander.</a:t>
            </a:r>
          </a:p>
          <a:p/>
          <a:p>
            <a:r>
              <a:rPr sz="1400"/>
              <a:t>(Écran noir : touche B)</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Écran noir (B). Laisse-les parler entre eux.</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0B09"/>
        </a:solidFill>
        <a:effectLst/>
      </p:bgPr>
    </p:bg>
    <p:spTree>
      <p:nvGrpSpPr>
        <p:cNvPr id="1" name=""/>
        <p:cNvGrpSpPr/>
        <p:nvPr/>
      </p:nvGrpSpPr>
      <p:grpSpPr/>
      <p:sp>
        <p:nvSpPr>
          <p:cNvPr id="2" name="TextBox 1"/>
          <p:cNvSpPr txBox="1"/>
          <p:nvPr/>
        </p:nvSpPr>
        <p:spPr>
          <a:xfrm>
            <a:off x="0" y="2377440"/>
            <a:ext cx="12191695" cy="2103120"/>
          </a:xfrm>
          <a:prstGeom prst="rect">
            <a:avLst/>
          </a:prstGeom>
          <a:noFill/>
        </p:spPr>
        <p:txBody>
          <a:bodyPr wrap="square">
            <a:spAutoFit/>
          </a:bodyPr>
          <a:lstStyle/>
          <a:p>
            <a:pPr algn="ctr"/>
            <a:r>
              <a:rPr sz="5400" b="1">
                <a:solidFill>
                  <a:srgbClr val="E8C98A"/>
                </a:solidFill>
              </a:rPr>
              <a:t>LE SERVICE DU SOIR</a:t>
            </a:r>
          </a:p>
          <a:p>
            <a:pPr algn="ctr"/>
            <a:r>
              <a:rPr sz="2200">
                <a:solidFill>
                  <a:srgbClr val="9A8A76"/>
                </a:solidFill>
              </a:rPr>
              <a:t>Hégémonie — one-shot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_dernieres_reserves.jpg"/>
          <p:cNvPicPr>
            <a:picLocks noChangeAspect="1"/>
          </p:cNvPicPr>
          <p:nvPr/>
        </p:nvPicPr>
        <p:blipFill>
          <a:blip r:embed="rId2"/>
          <a:stretch>
            <a:fillRect/>
          </a:stretch>
        </p:blipFill>
        <p:spPr>
          <a:xfrm>
            <a:off x="-45644" y="0"/>
            <a:ext cx="1228298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_le_mouton_senvole.jpg"/>
          <p:cNvPicPr>
            <a:picLocks noChangeAspect="1"/>
          </p:cNvPicPr>
          <p:nvPr/>
        </p:nvPicPr>
        <p:blipFill>
          <a:blip r:embed="rId2"/>
          <a:stretch>
            <a:fillRect/>
          </a:stretch>
        </p:blipFill>
        <p:spPr>
          <a:xfrm>
            <a:off x="-45644" y="0"/>
            <a:ext cx="1228298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_la_baleine_astrale.jpg"/>
          <p:cNvPicPr>
            <a:picLocks noChangeAspect="1"/>
          </p:cNvPicPr>
          <p:nvPr/>
        </p:nvPicPr>
        <p:blipFill>
          <a:blip r:embed="rId2"/>
          <a:stretch>
            <a:fillRect/>
          </a:stretch>
        </p:blipFill>
        <p:spPr>
          <a:xfrm>
            <a:off x="-45644" y="0"/>
            <a:ext cx="1228298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4_la_ville_dans_la_baleine.jpg"/>
          <p:cNvPicPr>
            <a:picLocks noChangeAspect="1"/>
          </p:cNvPicPr>
          <p:nvPr/>
        </p:nvPicPr>
        <p:blipFill>
          <a:blip r:embed="rId2"/>
          <a:stretch>
            <a:fillRect/>
          </a:stretch>
        </p:blipFill>
        <p:spPr>
          <a:xfrm>
            <a:off x="-45644" y="0"/>
            <a:ext cx="1228298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5_a_la_bonne_etoile.jpg"/>
          <p:cNvPicPr>
            <a:picLocks noChangeAspect="1"/>
          </p:cNvPicPr>
          <p:nvPr/>
        </p:nvPicPr>
        <p:blipFill>
          <a:blip r:embed="rId2"/>
          <a:stretch>
            <a:fillRect/>
          </a:stretch>
        </p:blipFill>
        <p:spPr>
          <a:xfrm>
            <a:off x="-45644" y="0"/>
            <a:ext cx="1228298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6_la_centrale_des_marmottes.jpg"/>
          <p:cNvPicPr>
            <a:picLocks noChangeAspect="1"/>
          </p:cNvPicPr>
          <p:nvPr/>
        </p:nvPicPr>
        <p:blipFill>
          <a:blip r:embed="rId2"/>
          <a:stretch>
            <a:fillRect/>
          </a:stretch>
        </p:blipFill>
        <p:spPr>
          <a:xfrm>
            <a:off x="-45644" y="0"/>
            <a:ext cx="12282985"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7_le_veau_qui_ecrase.jpg"/>
          <p:cNvPicPr>
            <a:picLocks noChangeAspect="1"/>
          </p:cNvPicPr>
          <p:nvPr/>
        </p:nvPicPr>
        <p:blipFill>
          <a:blip r:embed="rId2"/>
          <a:stretch>
            <a:fillRect/>
          </a:stretch>
        </p:blipFill>
        <p:spPr>
          <a:xfrm>
            <a:off x="-45644" y="0"/>
            <a:ext cx="12282985"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8_l_assemblee.jpg"/>
          <p:cNvPicPr>
            <a:picLocks noChangeAspect="1"/>
          </p:cNvPicPr>
          <p:nvPr/>
        </p:nvPicPr>
        <p:blipFill>
          <a:blip r:embed="rId2"/>
          <a:stretch>
            <a:fillRect/>
          </a:stretch>
        </p:blipFill>
        <p:spPr>
          <a:xfrm>
            <a:off x="-45644" y="0"/>
            <a:ext cx="12282985"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9_le_premier_chant.jpg"/>
          <p:cNvPicPr>
            <a:picLocks noChangeAspect="1"/>
          </p:cNvPicPr>
          <p:nvPr/>
        </p:nvPicPr>
        <p:blipFill>
          <a:blip r:embed="rId2"/>
          <a:stretch>
            <a:fillRect/>
          </a:stretch>
        </p:blipFill>
        <p:spPr>
          <a:xfrm>
            <a:off x="-45644" y="0"/>
            <a:ext cx="12282985"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0_les_retrouvailles.jpg"/>
          <p:cNvPicPr>
            <a:picLocks noChangeAspect="1"/>
          </p:cNvPicPr>
          <p:nvPr/>
        </p:nvPicPr>
        <p:blipFill>
          <a:blip r:embed="rId2"/>
          <a:stretch>
            <a:fillRect/>
          </a:stretch>
        </p:blipFill>
        <p:spPr>
          <a:xfrm>
            <a:off x="-45644" y="0"/>
            <a:ext cx="12282985"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D0B09"/>
        </a:solidFill>
        <a:effectLst/>
      </p:bgPr>
    </p:bg>
    <p:spTree>
      <p:nvGrpSpPr>
        <p:cNvPr id="1" name=""/>
        <p:cNvGrpSpPr/>
        <p:nvPr/>
      </p:nvGrpSpPr>
      <p:grpSpPr/>
      <p:sp>
        <p:nvSpPr>
          <p:cNvPr id="2" name="TextBox 1"/>
          <p:cNvSpPr txBox="1"/>
          <p:nvPr/>
        </p:nvSpPr>
        <p:spPr>
          <a:xfrm>
            <a:off x="0" y="2377440"/>
            <a:ext cx="12191695" cy="2103120"/>
          </a:xfrm>
          <a:prstGeom prst="rect">
            <a:avLst/>
          </a:prstGeom>
          <a:noFill/>
        </p:spPr>
        <p:txBody>
          <a:bodyPr wrap="square">
            <a:spAutoFit/>
          </a:bodyPr>
          <a:lstStyle/>
          <a:p>
            <a:pPr algn="ctr"/>
            <a:r>
              <a:rPr sz="5400" b="1">
                <a:solidFill>
                  <a:srgbClr val="E8C98A"/>
                </a:solidFill>
              </a:rPr>
              <a:t>FIN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